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latin typeface="Arial"/>
              </a:defRPr>
            </a:pPr>
            <a:r>
              <a:t>ADR Decision Story: [Enter Title Here]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400">
                <a:solidFill>
                  <a:srgbClr val="505050"/>
                </a:solidFill>
                <a:latin typeface="Arial"/>
              </a:defRPr>
            </a:pPr>
            <a:r>
              <a:t>Pre-filled before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30352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latin typeface="Arial"/>
              </a:defRPr>
            </a:pPr>
            <a:r>
              <a:t>In the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Arial"/>
              </a:defRPr>
            </a:pPr>
            <a:r>
              <a:t>[Enter Details]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914400"/>
            <a:ext cx="530352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9601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latin typeface="Arial"/>
              </a:defRPr>
            </a:pPr>
            <a:r>
              <a:t>facing Concerns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Arial"/>
              </a:defRPr>
            </a:pPr>
            <a:r>
              <a:t>[Enter Details]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530352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latin typeface="Arial"/>
              </a:defRPr>
            </a:pPr>
            <a:r>
              <a:t>we decided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79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Arial"/>
              </a:defRPr>
            </a:pPr>
            <a:r>
              <a:t>[Enter Details]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560320"/>
            <a:ext cx="530352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latin typeface="Arial"/>
              </a:defRPr>
            </a:pPr>
            <a:r>
              <a:t>and not Alternative Strategies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79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Arial"/>
              </a:defRPr>
            </a:pPr>
            <a:r>
              <a:t>[Enter Details]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530352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5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latin typeface="Arial"/>
              </a:defRPr>
            </a:pPr>
            <a:r>
              <a:t>to achieve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Arial"/>
              </a:defRPr>
            </a:pPr>
            <a:r>
              <a:t>[Enter Details]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206240"/>
            <a:ext cx="530352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25195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latin typeface="Arial"/>
              </a:defRPr>
            </a:pPr>
            <a:r>
              <a:t>accepting Drawbacks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7200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Arial"/>
              </a:defRPr>
            </a:pPr>
            <a:r>
              <a:t>[Enter Details]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52160" y="1554480"/>
            <a:ext cx="457200" cy="274320"/>
          </a:xfrm>
          <a:prstGeom prst="rightArrow">
            <a:avLst/>
          </a:prstGeom>
          <a:solidFill>
            <a:srgbClr val="70AD4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ent Arrow 22"/>
          <p:cNvSpPr/>
          <p:nvPr/>
        </p:nvSpPr>
        <p:spPr>
          <a:xfrm rot="10800000">
            <a:off x="5897880" y="2286000"/>
            <a:ext cx="274320" cy="365760"/>
          </a:xfrm>
          <a:prstGeom prst="bentArrow">
            <a:avLst/>
          </a:prstGeom>
          <a:solidFill>
            <a:srgbClr val="70AD4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5852160" y="3200400"/>
            <a:ext cx="457200" cy="274320"/>
          </a:xfrm>
          <a:prstGeom prst="rightArrow">
            <a:avLst/>
          </a:prstGeom>
          <a:solidFill>
            <a:srgbClr val="70AD4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ent Arrow 24"/>
          <p:cNvSpPr/>
          <p:nvPr/>
        </p:nvSpPr>
        <p:spPr>
          <a:xfrm rot="10800000">
            <a:off x="5897880" y="3931920"/>
            <a:ext cx="274320" cy="365760"/>
          </a:xfrm>
          <a:prstGeom prst="bentArrow">
            <a:avLst/>
          </a:prstGeom>
          <a:solidFill>
            <a:srgbClr val="70AD4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5852160" y="4846320"/>
            <a:ext cx="457200" cy="274320"/>
          </a:xfrm>
          <a:prstGeom prst="rightArrow">
            <a:avLst/>
          </a:prstGeom>
          <a:solidFill>
            <a:srgbClr val="70AD4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852160"/>
            <a:ext cx="2743200" cy="640080"/>
          </a:xfrm>
          <a:prstGeom prst="rect">
            <a:avLst/>
          </a:prstGeom>
          <a:solidFill>
            <a:srgbClr val="DCE6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00">
                <a:solidFill>
                  <a:srgbClr val="000000"/>
                </a:solidFill>
              </a:defRPr>
            </a:pPr>
            <a:r>
              <a:t>Decision Owner: 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[Name/Role]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5852160"/>
            <a:ext cx="2743200" cy="640080"/>
          </a:xfrm>
          <a:prstGeom prst="rect">
            <a:avLst/>
          </a:prstGeom>
          <a:solidFill>
            <a:srgbClr val="DCE6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00">
                <a:solidFill>
                  <a:srgbClr val="000000"/>
                </a:solidFill>
              </a:defRPr>
            </a:pPr>
            <a:r>
              <a:t>Review Needed?: 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[Yes/No]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5852160"/>
            <a:ext cx="2743200" cy="640080"/>
          </a:xfrm>
          <a:prstGeom prst="rect">
            <a:avLst/>
          </a:prstGeom>
          <a:solidFill>
            <a:srgbClr val="DCE6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00">
                <a:solidFill>
                  <a:srgbClr val="000000"/>
                </a:solidFill>
              </a:defRPr>
            </a:pPr>
            <a:r>
              <a:t>Review Date: 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[YYYY-MM-DD]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5852160"/>
            <a:ext cx="2743200" cy="640080"/>
          </a:xfrm>
          <a:prstGeom prst="rect">
            <a:avLst/>
          </a:prstGeom>
          <a:solidFill>
            <a:srgbClr val="DCE6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00">
                <a:solidFill>
                  <a:srgbClr val="000000"/>
                </a:solidFill>
              </a:defRPr>
            </a:pPr>
            <a:r>
              <a:t>Status: 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Proposed / Approved / Deprecated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2E75B6"/>
                </a:solidFill>
              </a:defRPr>
            </a:pPr>
            <a:r>
              <a:t>More insights at: https://hartiga.de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